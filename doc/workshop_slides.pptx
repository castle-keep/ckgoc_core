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is a hands-on walkthrough — I'll show everything live on the docs site</a:t>
            </a:r>
          </a:p>
          <a:p>
            <a:r>
              <a:t>- The library is in active use; some stubs exist and are called out explicitly</a:t>
            </a:r>
          </a:p>
          <a:p>
            <a:r>
              <a:t>- Ask questions as we 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Each brand has its own color palette and typography scale</a:t>
            </a:r>
          </a:p>
          <a:p>
            <a:r>
              <a:t>- All components read from the theme automatically — you never hardcode colors</a:t>
            </a:r>
          </a:p>
          <a:p>
            <a:r>
              <a:t>- Adding a new brand requires only a new theme file + one resolver entry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Everything is exported from the top-level barrels — you only need one import</a:t>
            </a:r>
          </a:p>
          <a:p>
            <a:r>
              <a:t>- The `foundation/` folder holds pure data classes, no widgets</a:t>
            </a:r>
          </a:p>
          <a:p>
            <a:r>
              <a:t>- `component_enums.dart` holds all shared enums and lightweight model classes</a:t>
            </a:r>
          </a:p>
          <a:p>
            <a:r>
              <a:t>- Do NOT import individual source files; always import the package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One import covers everything: components, tokens, theme</a:t>
            </a:r>
          </a:p>
          <a:p>
            <a:r>
              <a:t>- Check pubspec for the current version/path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You never construct `CkcoreuiThemeData` manually in app code</a:t>
            </a:r>
          </a:p>
          <a:p>
            <a:r>
              <a:t>- `CKApp` handles resolution end-to-end</a:t>
            </a:r>
          </a:p>
          <a:p>
            <a:r>
              <a:t>- `context.ckcoreTheme` gives you the active theme anywhere below `CKApp`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extension form is the cleanest and is preferred in component code</a:t>
            </a:r>
          </a:p>
          <a:p>
            <a:r>
              <a:t>- Static accessors (`CKColors.of`) are useful for utility functions that receive a `BuildContext`</a:t>
            </a:r>
          </a:p>
          <a:p>
            <a:r>
              <a:t>- All three forms return the same data — pick one style and be consistent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`CKApp` wraps `MaterialApp` and injects both the Material `ThemeData` and the `CkcoreuiTheme` InheritedWidget</a:t>
            </a:r>
          </a:p>
          <a:p>
            <a:r>
              <a:t>- You can still pass `theme`, `darkTheme`, `themeMode` to override specific Material tokens if needed</a:t>
            </a:r>
          </a:p>
          <a:p>
            <a:r>
              <a:t>- `brightness` param forces light or dark; leave it null to follow system setting</a:t>
            </a:r>
          </a:p>
          <a:p>
            <a:r>
              <a:t>- `responsive: true` wraps the app in a responsive layout provider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Material widget theming is applied via the resolved `ThemeData` inside `CKApp`</a:t>
            </a:r>
          </a:p>
          <a:p>
            <a:r>
              <a:t>- Even if you accidentally use `ElevatedButton` directly, it will pick up brand colors</a:t>
            </a:r>
          </a:p>
          <a:p>
            <a:r>
              <a:t>- CK wrappers give you named constructors, variant theming, and loading states on 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Brand switching is instant — no code changes below `CKApp`</a:t>
            </a:r>
          </a:p>
          <a:p>
            <a:r>
              <a:t>- Both brands are fully implemented and production-ready</a:t>
            </a:r>
          </a:p>
          <a:p>
            <a:r>
              <a:t>- The `ckcoreThemeResolver` uses a `switch` pattern — show the file if asked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Stubs have their constructor + parameter API finalized; they just render `SizedBox.shrink()` currently</a:t>
            </a:r>
          </a:p>
          <a:p>
            <a:r>
              <a:t>- Don't use stubs in production screens yet</a:t>
            </a:r>
          </a:p>
          <a:p>
            <a:r>
              <a:t>- All non-stub components are live on the docs 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Show all variants side by side on the docs site</a:t>
            </a:r>
          </a:p>
          <a:p>
            <a:r>
              <a:t>- Emphasize `destructive` for irreversible actions — gives clear red styling</a:t>
            </a:r>
          </a:p>
          <a:p>
            <a:r>
              <a:t>- Common mistake: forgetting to set `onPressed: null` while `loading: true`</a:t>
            </a:r>
          </a:p>
          <a:p>
            <a:r>
              <a:t>- Question: Why are `loading` and `disabled` boolean parameters instead of handling them outside the button?</a:t>
            </a:r>
          </a:p>
          <a:p>
            <a:r>
              <a:t>- Answer: These are common UI states that affect both appearance and interaction. Keeping them in the component provides consistent visuals and behavior across the application while reducing repetitive boilerplate.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Show all variants side by side on the docs site</a:t>
            </a:r>
          </a:p>
          <a:p>
            <a:r>
              <a:t>- Emphasize `destructive` for irreversible actions — gives clear red styling</a:t>
            </a:r>
          </a:p>
          <a:p>
            <a:r>
              <a:t>- Common mistake: forgetting to set `onPressed: null` while `loading: true`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FAB is typically placed in `Scaffold.floatingActionButton`</a:t>
            </a:r>
          </a:p>
          <a:p>
            <a:r>
              <a:t>- Avoid using FAB for secondary actions — one FAB per screen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FAB is typically placed in `Scaffold.floatingActionButton`</a:t>
            </a:r>
          </a:p>
          <a:p>
            <a:r>
              <a:t>- Avoid using FAB for secondary actions — one FAB per screen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Renders with consistent padding and `md` border radius from the theme</a:t>
            </a:r>
          </a:p>
          <a:p>
            <a:r>
              <a:t>- The overlay color on hover uses `primaryHover` token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Renders with consistent padding and `md` border radius from the theme</a:t>
            </a:r>
          </a:p>
          <a:p>
            <a:r>
              <a:t>- The overlay color on hover uses `primaryHover` token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is the most-used input — know it well</a:t>
            </a:r>
          </a:p>
          <a:p>
            <a:r>
              <a:t>- `errorText` from parent state overrides inline `validator` result</a:t>
            </a:r>
          </a:p>
          <a:p>
            <a:r>
              <a:t>- Multi-line: `maxLines: null` = unlimited; `maxLines: 5` = fixed 5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is the most-used input — know it well</a:t>
            </a:r>
          </a:p>
          <a:p>
            <a:r>
              <a:t>- `errorText` from parent state overrides inline `validator` result</a:t>
            </a:r>
          </a:p>
          <a:p>
            <a:r>
              <a:t>- Multi-line: `maxLines: null` = unlimited; `maxLines: 5` = fixed 5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Common pattern: disable the submit button until `_password.length &gt;= 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Common pattern: disable the submit button until `_password.length &gt;= 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Pair with `CKDataTable.onSearchChanged` for table filtering, or manage state yourself for custom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Pair with `CKDataTable.onSearchChanged` for table filtering, or manage state yourself for custom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overlay closes on outside tap automatically</a:t>
            </a:r>
          </a:p>
          <a:p>
            <a:r>
              <a:t>- Empty `items` list or `enabled: false` prevents opening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overlay closes on outside tap automatically</a:t>
            </a:r>
          </a:p>
          <a:p>
            <a:r>
              <a:t>- Empty `items` list or `enabled: false` prevents opening</a:t>
            </a:r>
          </a:p>
          <a:p>
            <a:r>
              <a:t>- Show the validation example live on the docs site — tap to select, watch error clear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Touch target is `spacing.lg` (48dp) for accessibility, even though the box itself is `spacing.md`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Touch target is `spacing.lg` (48dp) for accessibility, even though the box itself is `spacing.md`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Use `CKSwitch.error` only for indicating a misconfigured/dangerous toggle — not just for red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Use `CKSwitch.error` only for indicating a misconfigured/dangerous toggle — not just for red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Pattern: one `setState` variable, pass the same variable as `groupValue` to all radios in the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Pattern: one `setState` variable, pass the same variable as `groupValue` to all radios in the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Good fit for SMS verification, PIN entry</a:t>
            </a:r>
          </a:p>
          <a:p>
            <a:r>
              <a:t>- `length: 4` for PIN, `length: 6` for OTP 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Good fit for SMS verification, PIN entry</a:t>
            </a:r>
          </a:p>
          <a:p>
            <a:r>
              <a:t>- `length: 4` for PIN, `length: 6` for OTP 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`step: 5` for quantities in multiples of 5, etc.</a:t>
            </a:r>
          </a:p>
          <a:p>
            <a:r>
              <a:t>- Keyboard input is allowed in addition to the +/- buttons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`step: 5` for quantities in multiples of 5, etc.</a:t>
            </a:r>
          </a:p>
          <a:p>
            <a:r>
              <a:t>- Keyboard input is allowed in addition to the +/- buttons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`count` is an addendum to the label, not a separate numeric badge — for standalone count chips, just pass the number as `label`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`count` is an addendum to the label, not a separate numeric badge — for standalone count chips, just pass the number as `label`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`ChipState.disabled` prevents tap; apply it instead of setting `onTap: null` for semantic correctness</a:t>
            </a:r>
          </a:p>
          <a:p>
            <a:r>
              <a:t>- `CKFilterChip` shows a checkmark icon when `selected: true`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`ChipState.disabled` prevents tap; apply it instead of setting `onTap: null` for semantic correctness</a:t>
            </a:r>
          </a:p>
          <a:p>
            <a:r>
              <a:t>- `CKFilterChip` shows a checkmark icon when `selected: true`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Size tokens map to specific spacing values — don't set a custom size manually</a:t>
            </a:r>
          </a:p>
          <a:p>
            <a:r>
              <a:t>- `CKAvatarGroup` handles overlap and "+N more" truncation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Size tokens map to specific spacing values — don't set a custom size manually</a:t>
            </a:r>
          </a:p>
          <a:p>
            <a:r>
              <a:t>- `CKAvatarGroup` handles overlap and "+N more" truncation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Use `CKCard.error` for failed states, not for the `CKErrorState` stub</a:t>
            </a:r>
          </a:p>
          <a:p>
            <a:r>
              <a:t>- Horizontal layout is good for list items with a thumbnail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Use `CKCard.error` for failed states, not for the `CKErrorState` stub</a:t>
            </a:r>
          </a:p>
          <a:p>
            <a:r>
              <a:t>- Horizontal layout is good for list items with a thumbnail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Think of this as a themed `Container` — use it whenever you need a styled box that adapts to the brand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Think of this as a themed `Container` — use it whenever you need a styled box that adapts to the brand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`allowMultiple: false` (default) collapses the previous section when opening a new one</a:t>
            </a:r>
          </a:p>
          <a:p>
            <a:r>
              <a:t>- Content can be any widget — not just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`allowMultiple: false` (default) collapses the previous section when opening a new one</a:t>
            </a:r>
          </a:p>
          <a:p>
            <a:r>
              <a:t>- Content can be any widget — not just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`rejected` shows an X icon and uses the error color</a:t>
            </a:r>
          </a:p>
          <a:p>
            <a:r>
              <a:t>- Color between steps reflects the status of the source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`rejected` shows an X icon and uses the error color</a:t>
            </a:r>
          </a:p>
          <a:p>
            <a:r>
              <a:t>- Color between steps reflects the status of the source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Per-event `dotColor` overrides the top-level `dotColor` param</a:t>
            </a:r>
          </a:p>
          <a:p>
            <a:r>
              <a:t>- `status` on the event drives connector color between adjacent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Per-event `dotColor` overrides the top-level `dotColor` param</a:t>
            </a:r>
          </a:p>
          <a:p>
            <a:r>
              <a:t>- `status` on the event drives connector color between adjacent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Show variants side by side — icon and color change per variant</a:t>
            </a:r>
          </a:p>
          <a:p>
            <a:r>
              <a:t>- Common mistake: using `CKAlert` for toasts — they serve different purposes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Show variants side by side — icon and color change per variant</a:t>
            </a:r>
          </a:p>
          <a:p>
            <a:r>
              <a:t>- Common mistake: using `CKAlert` for toasts — they serve different purposes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`CKToast` is the visual widget; `CKSnackbar` is the imperative helper that shows it</a:t>
            </a:r>
          </a:p>
          <a:p>
            <a:r>
              <a:t>- You can render `CKToast` directly inside a custom overlay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is the go-to for transient feedback — use it after save/delete/upload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is the go-to for transient feedback — use it after save/delete/upload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`CKLoadingState` uses `CKLoader` internally and adds a centered + optional message 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`CKLoadingState` uses `CKLoader` internally and adds a centered + optional message 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`maxValue` lets you avoid manual normalization — e.g., `value: 250, maxValue: 500`</a:t>
            </a:r>
          </a:p>
          <a:p>
            <a:r>
              <a:t>- `indeterminate` ignores `value` entirely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`maxValue` lets you avoid manual normalization — e.g., `value: 250, maxValue: 500`</a:t>
            </a:r>
          </a:p>
          <a:p>
            <a:r>
              <a:t>- `indeterminate` ignores `value` entirely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Wraps the loader in a `Center` widget — drop it directly into a `body:` or conditional slot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`largeTitle: true` uses `displaySm` typography and a taller bar (80dp vs 64dp)</a:t>
            </a:r>
          </a:p>
          <a:p>
            <a:r>
              <a:t>- Icon theme and text style inside the bar are automatically set to match the bar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`largeTitle: true` uses `displaySm` typography and a taller bar (80dp vs 64dp)</a:t>
            </a:r>
          </a:p>
          <a:p>
            <a:r>
              <a:t>- Icon theme and text style inside the bar are automatically set to match the bar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`scrollable: true` is useful for &gt;= 5 tabs</a:t>
            </a:r>
          </a:p>
          <a:p>
            <a:r>
              <a:t>- Tab body content is lazy — not built until that tab is first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`scrollable: true` is useful for &gt;= 5 tabs</a:t>
            </a:r>
          </a:p>
          <a:p>
            <a:r>
              <a:t>- Tab body content is lazy — not built until that tab is first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Pair with `IndexedStack` or a page controller to swap content</a:t>
            </a:r>
          </a:p>
          <a:p>
            <a:r>
              <a:t>- `fab` is centered above the bar and creates an automatic gap between left and right nav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Pair with `IndexedStack` or a page controller to swap content</a:t>
            </a:r>
          </a:p>
          <a:p>
            <a:r>
              <a:t>- `fab` is centered above the bar and creates an automatic gap between left and right nav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Header background uses `primary` color automatically</a:t>
            </a:r>
          </a:p>
          <a:p>
            <a:r>
              <a:t>- If no `logo` is passed, the brand logo is resolved from `CKApp.brand`</a:t>
            </a:r>
          </a:p>
          <a:p>
            <a:r>
              <a:t>- Remember to `Navigator.pop(context)` inside `onItemSelected`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Header background uses `primary` color automatically</a:t>
            </a:r>
          </a:p>
          <a:p>
            <a:r>
              <a:t>- If no `logo` is passed, the brand logo is resolved from `CKApp.brand`</a:t>
            </a:r>
          </a:p>
          <a:p>
            <a:r>
              <a:t>- Remember to `Navigator.pop(context)` inside `onItemSelected`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`SideNavStyle.brand` applies the brand primary color as the nav background</a:t>
            </a:r>
          </a:p>
          <a:p>
            <a:r>
              <a:t>- Profile card popup shows name, position, auth provider, and logout button</a:t>
            </a:r>
          </a:p>
          <a:p>
            <a:r>
              <a:t>- Use `collapsed` state for responsive desktop layouts (toggle on breakpoint)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`SideNavStyle.brand` applies the brand primary color as the nav background</a:t>
            </a:r>
          </a:p>
          <a:p>
            <a:r>
              <a:t>- Profile card popup shows name, position, auth provider, and logout button</a:t>
            </a:r>
          </a:p>
          <a:p>
            <a:r>
              <a:t>- Use `collapsed` state for responsive desktop layouts (toggle on breakpoint)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`show()` returns a `Future&lt;T?&gt;` — result is `null` if dismissed without confirming</a:t>
            </a:r>
          </a:p>
          <a:p>
            <a:r>
              <a:t>- Confirm/cancel callbacks receive no arguments — pass closures capturing your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`show()` returns a `Future&lt;T?&gt;` — result is `null` if dismissed without confirming</a:t>
            </a:r>
          </a:p>
          <a:p>
            <a:r>
              <a:t>- Confirm/cancel callbacks receive no arguments — pass closures capturing your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`isScrollControlled: true` is set internally — content can exceed 60% screen height</a:t>
            </a:r>
          </a:p>
          <a:p>
            <a:r>
              <a:t>- Drag handle is always shown; no additional configuration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`isScrollControlled: true` is set internally — content can exceed 60% screen height</a:t>
            </a:r>
          </a:p>
          <a:p>
            <a:r>
              <a:t>- Drag handle is always shown; no additional configuration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`destructive: true` on a `CKMenuItem` renders it in red — use for irreversible actions</a:t>
            </a:r>
          </a:p>
          <a:p>
            <a:r>
              <a:t>- Menu closes automatically after an item is tapped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`destructive: true` on a `CKMenuItem` renders it in red — use for irreversible actions</a:t>
            </a:r>
          </a:p>
          <a:p>
            <a:r>
              <a:t>- Menu closes automatically after an item is tapped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Everything flows through maps — column `key` fields match the map keys in each row</a:t>
            </a:r>
          </a:p>
          <a:p>
            <a:r>
              <a:t>- The table is self-contained: search, sort, and pagination can all be handled internally OR delegated to the parent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`key` is the most critical field — a mismatch silently shows empty cells</a:t>
            </a:r>
          </a:p>
          <a:p>
            <a:r>
              <a:t>- `hidden: true` is for columns you want in the data but not displayed (e.g., an `id` column used for row key only)</a:t>
            </a:r>
          </a:p>
          <a:p>
            <a:r>
              <a:t>- `cellBuilder` receives the cell value AND the full row map — use the row for multi-field custom cells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Know the difference between controlled and uncontrolled modes for sort and search</a:t>
            </a:r>
          </a:p>
          <a:p>
            <a:r>
              <a:t>- `rowKey` defaults to `'id'` — ensure your row maps have this key for selection and editing to work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Know the difference between controlled and uncontrolled modes for sort and search</a:t>
            </a:r>
          </a:p>
          <a:p>
            <a:r>
              <a:t>- `rowKey` defaults to `'id'` — ensure your row maps have this key for selection and editing to work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Know the difference between controlled and uncontrolled modes for sort and search</a:t>
            </a:r>
          </a:p>
          <a:p>
            <a:r>
              <a:t>- `rowKey` defaults to `'id'` — ensure your row maps have this key for selection and editing to work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Uncontrolled: pass all rows, let the table filter/sort/paginate — great for small datasets in memory</a:t>
            </a:r>
          </a:p>
          <a:p>
            <a:r>
              <a:t>- Controlled: pass only the current page of rows, handle everything server-side</a:t>
            </a:r>
          </a:p>
          <a:p>
            <a:r>
              <a:t>- Mixing is allowed: e.g., internal sort + external pagination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`rowKey` (default `'id'`) must be present in each row map for `onCellChanged` to identify the correct row</a:t>
            </a:r>
          </a:p>
          <a:p>
            <a:r>
              <a:t>- Avoid making primary key or ID columns editable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Badge columns get filter UI for free — no extra code needed</a:t>
            </a:r>
          </a:p>
          <a:p>
            <a:r>
              <a:t>- The filter chips show unique values extracted from the column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`cellBuilder` receives both the cell `value` and the full `row` map</a:t>
            </a:r>
          </a:p>
          <a:p>
            <a:r>
              <a:t>- Use a fixed `width` for action columns so they don't stretch</a:t>
            </a:r>
          </a:p>
          <a:p>
            <a:r>
              <a:t>- Keep cell builders lightweight — they are called for every visible row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`headerActions` is the right place for bulk action buttons</a:t>
            </a:r>
          </a:p>
          <a:p>
            <a:r>
              <a:t>- "Select all" checkbox in the header selects/deselects all visible 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Use `CKScreenLayout` as the root widget of authenticated app pages — it handles the entire responsive shell</a:t>
            </a:r>
          </a:p>
          <a:p>
            <a:r>
              <a:t>- The hamburger icon and top bar background color adapt based on `sideNavStyle` to maintain consistency</a:t>
            </a:r>
          </a:p>
          <a:p>
            <a:r>
              <a:t>- Pairing with `CKSideNav` is automatic — do not construct `CKSideNav` separately</a:t>
            </a:r>
          </a:p>
          <a:p>
            <a:r>
              <a:t>- Test responsive behavior by resizing the browser or running on different device profiles</a:t>
            </a:r>
          </a:p>
          <a:p>
            <a:r>
              <a:t>- The `logo` and `brandName` help users understand where they are; always provide at least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biggest recurring issue is hardcoded colors that break in dark mode or brand switches</a:t>
            </a:r>
          </a:p>
          <a:p>
            <a:r>
              <a:t>- Named constructors make code reviews faster — intent is immediately readable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Stubs are safe to include in code now — they just won't render</a:t>
            </a:r>
          </a:p>
          <a:p>
            <a:r>
              <a:t>- Workarounds exist for most gaps using Flutter primitives + CK tokens</a:t>
            </a:r>
          </a:p>
          <a:p>
            <a:r>
              <a:t>- Contributions welcome: use `bin/ckgoc.dart` to scaffold new brand themes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Demo the docs site live — show brand switching between CastleKeep and SkyGo</a:t>
            </a:r>
          </a:p>
          <a:p>
            <a:r>
              <a:t>- Show dark mode toggle on the docs site</a:t>
            </a:r>
          </a:p>
          <a:p>
            <a:r>
              <a:t>- Q&amp;A: common first question is "can I use custom colors?" — yes, via `CkcoreuiThemeData.copyWith()`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1" sz="1800">
                <a:solidFill>
                  <a:srgbClr val="1E1E1E"/>
                </a:solidFill>
              </a:rPr>
              <a:t>CKCoreUI</a:t>
            </a:r>
            <a:r>
              <a:rPr sz="1800">
                <a:solidFill>
                  <a:srgbClr val="1E1E1E"/>
                </a:solidFill>
              </a:rPr>
              <a:t> — shared Flutter UI library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Covers: theming, tokens, and ready-to-use components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Goal: consistent UI across products without reinventing each widget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We'll go through setup, the theme system, and every component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What is CKCoreUI?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 Flutter package (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ckcoreui</a:t>
            </a:r>
            <a:r>
              <a:rPr sz="1800">
                <a:solidFill>
                  <a:srgbClr val="1E1E1E"/>
                </a:solidFill>
              </a:rPr>
              <a:t>) that provides: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buChar char="◦"/>
            </a:pPr>
            <a:r>
              <a:rPr sz="1500">
                <a:solidFill>
                  <a:srgbClr val="1E1E1E"/>
                </a:solidFill>
              </a:rPr>
              <a:t>A multi-brand theme engine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buChar char="◦"/>
            </a:pPr>
            <a:r>
              <a:rPr sz="1500">
                <a:solidFill>
                  <a:srgbClr val="1E1E1E"/>
                </a:solidFill>
              </a:rPr>
              <a:t>Design tokens (colors, spacing, typography, radius, elevation, motion, shadows, opacity, breakpoints)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buChar char="◦"/>
            </a:pPr>
            <a:r>
              <a:rPr sz="1500">
                <a:solidFill>
                  <a:srgbClr val="1E1E1E"/>
                </a:solidFill>
              </a:rPr>
              <a:t>~40 production components across 6 categories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Two active brands: </a:t>
            </a:r>
            <a:r>
              <a:rPr b="1" sz="1800">
                <a:solidFill>
                  <a:srgbClr val="1E1E1E"/>
                </a:solidFill>
              </a:rPr>
              <a:t>CastleKeep</a:t>
            </a:r>
            <a:r>
              <a:rPr sz="1800">
                <a:solidFill>
                  <a:srgbClr val="1E1E1E"/>
                </a:solidFill>
              </a:rPr>
              <a:t> and </a:t>
            </a:r>
            <a:r>
              <a:rPr b="1" sz="1800">
                <a:solidFill>
                  <a:srgbClr val="1E1E1E"/>
                </a:solidFill>
              </a:rPr>
              <a:t>SkyGo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Light and dark mode support per brand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Package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lib/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├── ckcoreui.dart             ← main barrel export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├── ckcore_core.dart          ← alternate barrel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└── src/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├── app/                  ← CKApp (MaterialApp wrapper)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├── foundation/           ← design tokens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colors/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typography/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spacing/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radius/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elevation/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shadows/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motion/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├── opacity/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└── breakpoints/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├── themes/               ← brand definitions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└── brands/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    ├── castlekeep/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│       └── skygo/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└── components/           ← UI widgets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├── buttons/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├── inputs/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├── display/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├── feedback/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├── navigation/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├── overlays/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└── data_table/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Adding CKCoreUI to a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pubspec.yaml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57432" cy="58521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dependencies: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ckcoreui: ^0.4.1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3969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11457432" cy="384048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import 'package:ckcoreui/ckcoreui.dart';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The Theme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All tokens live in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CkcoreuiThemeData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Tokens bundled into families: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buChar char="◦"/>
            </a:pPr>
            <a:r>
              <a:rPr sz="1500">
                <a:solidFill>
                  <a:srgbClr val="1E1E1E"/>
                </a:solidFill>
              </a:rPr>
              <a:t/>
            </a:r>
            <a:r>
              <a:rPr b="0" sz="1500">
                <a:solidFill>
                  <a:srgbClr val="C0392B"/>
                </a:solidFill>
                <a:latin typeface="Courier New"/>
              </a:rPr>
              <a:t>colors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typography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spacing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radius</a:t>
            </a:r>
            <a:r>
              <a:rPr sz="1500">
                <a:solidFill>
                  <a:srgbClr val="1E1E1E"/>
                </a:solidFill>
              </a:rPr>
              <a:t/>
            </a:r>
          </a:p>
          <a:p>
            <a:pPr lvl="2">
              <a:spcBef>
                <a:spcPts val="200"/>
              </a:spcBef>
              <a:spcAft>
                <a:spcPts val="300"/>
              </a:spcAft>
              <a:buChar char="◦"/>
            </a:pPr>
            <a:r>
              <a:rPr sz="1500">
                <a:solidFill>
                  <a:srgbClr val="1E1E1E"/>
                </a:solidFill>
              </a:rPr>
              <a:t/>
            </a:r>
            <a:r>
              <a:rPr b="0" sz="1500">
                <a:solidFill>
                  <a:srgbClr val="C0392B"/>
                </a:solidFill>
                <a:latin typeface="Courier New"/>
              </a:rPr>
              <a:t>elevation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shadows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motion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opacity</a:t>
            </a:r>
            <a:r>
              <a:rPr sz="1500">
                <a:solidFill>
                  <a:srgbClr val="1E1E1E"/>
                </a:solidFill>
              </a:rPr>
              <a:t>, </a:t>
            </a:r>
            <a:r>
              <a:rPr b="0" sz="1500">
                <a:solidFill>
                  <a:srgbClr val="C0392B"/>
                </a:solidFill>
                <a:latin typeface="Courier New"/>
              </a:rPr>
              <a:t>breakpoints</a:t>
            </a:r>
            <a:r>
              <a:rPr sz="15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Brand + brightness → resolved automatically by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ckcoreThemeResolver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Theme is provided to the tree via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CkcoreuiTheme</a:t>
            </a:r>
            <a:r>
              <a:rPr sz="1800">
                <a:solidFill>
                  <a:srgbClr val="1E1E1E"/>
                </a:solidFill>
              </a:rPr>
              <a:t> (InheritedWidget)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Accessing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279806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// Recommended — context extensions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context.ckColors.primary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context.ckSpacing.md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context.ckTypography.textMd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context.ckRadius.lg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// Static accessors (same result)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CKColors.of(context).primary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CKSpacing.of(context).md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// Full theme object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context.ckcoreTheme.colors.primary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context.ckcoreTheme.spacing.md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Theme Injection — CKApp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CKApp is the drop-in replacement for MaterialApp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57432" cy="380390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// Standard navigation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CKApp(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brand: ckcoreBrand.castleKeep,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home: HomePage(),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// GoRouter / Navigator 2.0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CKApp.router(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brand: ckcoreBrand.castleKeep,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routerConfig: goRouter,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// Stacked / manual delegate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CKApp.delegate(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brand: ckcoreBrand.castleKeep,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routerDelegate: stackedRouter.delegate(),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routeInformationParser: stackedRouter.defaultRouteParser(),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What CKApp Themes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When you use CKApp, the following Material widgets are automatically styled: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457432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Material Widget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CK Equivalent / Covered By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ElevatedButton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OutlinedButton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CKButton.outline()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CKButton.ghost()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FloatingActionButton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CKFab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AppBar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CKAppBar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SnackBar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CKSnackbar.show()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Checkbox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CKCheckbox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RadioButton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LinearProgressIndicator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Brands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98755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enum ckcoreBrand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castleKeep,   // deep navy, gold accents, stone grey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skyGo,        // sky blue, violet accents, modern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Switch brand at the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CKApp</a:t>
            </a:r>
            <a:r>
              <a:rPr sz="1800">
                <a:solidFill>
                  <a:srgbClr val="1E1E1E"/>
                </a:solidFill>
              </a:rPr>
              <a:t> level — one line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420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Each brand has a light and dark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Components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457432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Buttons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CKButton, CKFab, CKIconButton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Inputs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CKTextField, CKPasswordField, CKSearchField, CKDropdown, CKCheckbox, CKSwitch, CKRadio, CKOtpField, CKNumberStepper, CKDatePicker, CKTimePicker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CKAvatar, CKAvatarGroup, CKBadge, CKFilterChip, CKInputChip, CKCard, CKContainer, CKAccordion, CKStepper, CKTimeline, CKDivider, CKListTile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Feedback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CKAlert, CKToast, CKSnackbar, CKLoader, CKProgressBar, CKSlider, CKSkeleton, CKEmptyState, CKErrorState*, CKLoadingState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CKAppBar, CKTabs, CKBottomNavigation, CKDrawer, CKSideNav, CKBreadcrumb, CKNavigationRail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Overlays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CKDialog, CKBottomSheet, CKMenu, CKTooltip, CKPopover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Data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CKDataTable + CKTableColumn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862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stub — API defined, rendering not yet implemented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Primary action button with eight semantic variants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when you need a tappable action with visual emphasis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CKButton.secondary()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secondary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CKButton.outline()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outline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CKButton.ghost()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ghost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CKButton.accent()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CKButton.destructive()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destructive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CKButton.success()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CKButton.warning()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warning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CKButton.info()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350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355080"/>
          <a:ext cx="1145743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429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ButtonVariant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ButtonVariant.primary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style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ButtonSize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ButtonSize.md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xs / sm / md / lg / xl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onPressed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Tap handler; null =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child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Button label / content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spinner, disables 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Visually disabled, no tap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429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isFullWidth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Stretches to parent 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The variant parameter is currently public for backward compatibility. In the future it may become internal/private—prefer the named constructors (e.g. CKButton.outline()) instead of passing variant directly.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CKButton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2395728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CKButton(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onPressed: () =&gt; save(),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child: const Text('Save'),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CKButton.destructive(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size: ButtonSize.sm,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loading: _isSaving,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onPressed: () =&gt; delete(),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child: const Text('Delete'),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9592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1596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onPressed: null</a:t>
            </a:r>
            <a:r>
              <a:rPr sz="1800">
                <a:solidFill>
                  <a:srgbClr val="1E1E1E"/>
                </a:solidFill>
              </a:rPr>
              <a:t> and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disabled: true</a:t>
            </a:r>
            <a:r>
              <a:rPr sz="1800">
                <a:solidFill>
                  <a:srgbClr val="1E1E1E"/>
                </a:solidFill>
              </a:rPr>
              <a:t> both prevent interaction, but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onPressed: null</a:t>
            </a:r>
            <a:r>
              <a:rPr sz="1800">
                <a:solidFill>
                  <a:srgbClr val="1E1E1E"/>
                </a:solidFill>
              </a:rPr>
              <a:t> also removes the visual tap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9028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loading: true</a:t>
            </a:r>
            <a:r>
              <a:rPr sz="1800">
                <a:solidFill>
                  <a:srgbClr val="1E1E1E"/>
                </a:solidFill>
              </a:rPr>
              <a:t> overrides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disabled</a:t>
            </a:r>
            <a:r>
              <a:rPr sz="1800">
                <a:solidFill>
                  <a:srgbClr val="1E1E1E"/>
                </a:solidFill>
              </a:rPr>
              <a:t> visually — always set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onPressed: null</a:t>
            </a:r>
            <a:r>
              <a:rPr sz="1800">
                <a:solidFill>
                  <a:srgbClr val="1E1E1E"/>
                </a:solidFill>
              </a:rPr>
              <a:t> during async operations too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ButtonSize</a:t>
            </a:r>
            <a:r>
              <a:rPr sz="1800">
                <a:solidFill>
                  <a:srgbClr val="1E1E1E"/>
                </a:solidFill>
              </a:rPr>
              <a:t> affects padding and font size, not the variant color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CKFab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Floating action button for the most prominent action on a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Pass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label</a:t>
            </a:r>
            <a:r>
              <a:rPr sz="1800">
                <a:solidFill>
                  <a:srgbClr val="1E1E1E"/>
                </a:solidFill>
              </a:rPr>
              <a:t> to get an extended FAB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CKFab()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Standard and extended (via label)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 displayed in the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onPressed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Tap handler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When set, renders as extended FAB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CKFab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219456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CKFab(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icon: LucideIcons.plus,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onPressed: () =&gt; createNew(),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CKFab(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icon: LucideIcons.plus,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'New Record',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onPressed: () =&gt; createNew(),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Lucide icons for consistency — the package ships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lucide_icons_flutter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Extended FAB is automatically used when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label != null</a:t>
            </a:r>
            <a:r>
              <a:rPr sz="1800">
                <a:solidFill>
                  <a:srgbClr val="1E1E1E"/>
                </a:solidFill>
              </a:rPr>
              <a:t>; no separate constructor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CKIconButton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CKIconButton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Compact icon-only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in toolbars, list rows, or any place where a full-width button is too heavy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CKIconButton()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 to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onPressed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Tap handler; null = disabled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tooltip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Accessibility tooltip on long-press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CKIconButton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CKIconButton(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icon: LucideIcons.settings,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tooltip: 'Settings',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onPressed: () =&gt; openSettings(),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Disabled state is handled via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onPressed: null</a:t>
            </a:r>
            <a:r>
              <a:rPr sz="1800">
                <a:solidFill>
                  <a:srgbClr val="1E1E1E"/>
                </a:solidFill>
              </a:rPr>
              <a:t> — no explicit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disabled</a:t>
            </a:r>
            <a:r>
              <a:rPr sz="1800">
                <a:solidFill>
                  <a:srgbClr val="1E1E1E"/>
                </a:solidFill>
              </a:rPr>
              <a:t> param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Always set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tooltip</a:t>
            </a:r>
            <a:r>
              <a:rPr sz="1800">
                <a:solidFill>
                  <a:srgbClr val="1E1E1E"/>
                </a:solidFill>
              </a:rPr>
              <a:t> for accessibility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CKTextField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CKTextField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General-purpose text input with label, helper, error, and success 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Foundation for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CKPasswordField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CKSearchField</a:t>
            </a:r>
            <a:r>
              <a:rPr sz="1800">
                <a:solidFill>
                  <a:srgbClr val="1E1E1E"/>
                </a:solidFill>
              </a:rPr>
              <a:t>, and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CKNumberStepper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CKTextField()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(17)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834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23245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TextEditingController?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External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focusNode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FocusNode?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External focus 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Floating label above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Placeholder 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Hint below the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 message; turns border red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message; shown after dirty +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 prepended inside the field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 appended inside the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ValueChanged&lt;String&gt;?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on every keystroke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onEditingComplete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on done/enter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validator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 Function(String?)?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Inline validation; runs on change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readOnly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value, no editing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Multi-line when &gt;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keyboardType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TextInputType?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Keyboard type hint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obscureText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Masks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textInputAction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TextInputAction?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Keyboard action button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Request focus on 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borderless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 border/background — for inline table cells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inputFormatters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List&lt;TextInputFormatter&gt;?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Input restriction/formatting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24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textAlign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TextAlign?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 alignment inside the field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CKTextField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CKTextField(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'Email',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hint: 'you@example.com',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keyboardType: TextInputType.emailAddress,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_email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validator: (v) =&gt; v!.contains('@') ? null : 'Invalid email',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9125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1129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validator</a:t>
            </a:r>
            <a:r>
              <a:rPr sz="1800">
                <a:solidFill>
                  <a:srgbClr val="1E1E1E"/>
                </a:solidFill>
              </a:rPr>
              <a:t> runs on every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onChanged</a:t>
            </a:r>
            <a:r>
              <a:rPr sz="1800">
                <a:solidFill>
                  <a:srgbClr val="1E1E1E"/>
                </a:solidFill>
              </a:rPr>
              <a:t> call once the field is "dirty" (first change)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8561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successText</a:t>
            </a:r>
            <a:r>
              <a:rPr sz="1800">
                <a:solidFill>
                  <a:srgbClr val="1E1E1E"/>
                </a:solidFill>
              </a:rPr>
              <a:t> only shows after the field is dirty and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validator</a:t>
            </a:r>
            <a:r>
              <a:rPr sz="1800">
                <a:solidFill>
                  <a:srgbClr val="1E1E1E"/>
                </a:solidFill>
              </a:rPr>
              <a:t> returns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5993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borderless: true</a:t>
            </a:r>
            <a:r>
              <a:rPr sz="1800">
                <a:solidFill>
                  <a:srgbClr val="1E1E1E"/>
                </a:solidFill>
              </a:rPr>
              <a:t> is intended for inline table cell editing — do not use it in forms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CKPasswordField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CKPasswordField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Password input with a built-in visibility toggle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Thin wrapper over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CKTextField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CKPasswordField()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(10)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23622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TextEditingController?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External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focusNode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FocusNode?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External focus 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Floating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'Enter password'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Placeholder 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 below the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 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ValueChanged&lt;String&gt;?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Change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onEditingComplete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Done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textInputAction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TextInputAction?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Keyboard action button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62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Auto-focus on 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CKPasswordField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CKPasswordField(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'Password',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errorText: _passwordError,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_password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 eye icon toggle is built-in — do not add a custom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trailing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CKTextField</a:t>
            </a:r>
            <a:r>
              <a:rPr sz="1800">
                <a:solidFill>
                  <a:srgbClr val="1E1E1E"/>
                </a:solidFill>
              </a:rPr>
              <a:t> directly if you need full control over obscuring logic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CKSearchField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CKSearchField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Search input with a prepended search icon and optional clear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Thin wrapper over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CKTextField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CKSearchField()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(7)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TextEditingController?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External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focusNode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FocusNode?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External focus node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'Search...'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Placeholder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ValueChanged&lt;String&gt;?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Change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onClear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If set, shows an X clear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 state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Auto-focus on 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CKSearchField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99339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CKSearchField(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controller: _searchController,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hint: 'Search members...',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_filter(v),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onClear: ()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_searchController.clear();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_filter('');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9359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136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 clear button only appears when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onClear != null</a:t>
            </a:r>
            <a:r>
              <a:rPr sz="1800">
                <a:solidFill>
                  <a:srgbClr val="1E1E1E"/>
                </a:solidFill>
              </a:rPr>
              <a:t> — clearing logic is your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8795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For the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CKDataTable</a:t>
            </a:r>
            <a:r>
              <a:rPr sz="1800">
                <a:solidFill>
                  <a:srgbClr val="1E1E1E"/>
                </a:solidFill>
              </a:rPr>
              <a:t> built-in search, pass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onSearchChanged</a:t>
            </a:r>
            <a:r>
              <a:rPr sz="1800">
                <a:solidFill>
                  <a:srgbClr val="1E1E1E"/>
                </a:solidFill>
              </a:rPr>
              <a:t> to the table instead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CKDropdown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CKDropdown&lt;T&gt;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Styled dropdown select matching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CKTextField</a:t>
            </a:r>
            <a:r>
              <a:rPr sz="1800">
                <a:solidFill>
                  <a:srgbClr val="1E1E1E"/>
                </a:solidFill>
              </a:rPr>
              <a:t> visuals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Opens as a custom overlay (not the native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DropdownButton</a:t>
            </a:r>
            <a:r>
              <a:rPr sz="1800">
                <a:solidFill>
                  <a:srgbClr val="1E1E1E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CKDropdown()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constructor, generic type 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77165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List&lt;DropdownMenuItem&lt;T&gt;&gt;?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Selectable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Currently selected 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ValueChanged&lt;T?&gt;?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on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Floating 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Placeholder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 below the field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 message; takes precedence over 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Icon/widget inside field (left)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Icon/widget inside field (right)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borderless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 border/background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validator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 Function(T?)?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Inline validation; runs on change after first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menuMaxHeight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 height of the dropdown overlay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7716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menuMinHeight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 height of the dropdown overlay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CKDropdown&lt;T&gt;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 (basic)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79222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CKDropdown&lt;String&gt;(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'Country',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value: _country,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items: ['PH', 'SG', 'US'].map((c) =&gt;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DropdownMenuItem(value: c, child: Text(c))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).toList(),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_country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9242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 (with validation)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12464"/>
            <a:ext cx="11457432" cy="219456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CKDropdown&lt;String&gt;(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'Role',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value: _role,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items: const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DropdownMenuItem(value: 'admin', child: Text('Admin')),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DropdownMenuItem(value: 'user', child: Text('User')),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validator: (v) =&gt; v == null ? 'Please select a role' : null,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_role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9846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1850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DropdownMenuItem&lt;T&gt;</a:t>
            </a:r>
            <a:r>
              <a:rPr sz="1800">
                <a:solidFill>
                  <a:srgbClr val="1E1E1E"/>
                </a:solidFill>
              </a:rPr>
              <a:t> from Flutter Material — familiar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9282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Menu position (above/below) is calculated automatically from available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86714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validator</a:t>
            </a:r>
            <a:r>
              <a:rPr sz="1800">
                <a:solidFill>
                  <a:srgbClr val="1E1E1E"/>
                </a:solidFill>
              </a:rPr>
              <a:t> runs only after the user makes their first selection (dirty state)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14146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Explicit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errorText</a:t>
            </a:r>
            <a:r>
              <a:rPr sz="1800">
                <a:solidFill>
                  <a:srgbClr val="1E1E1E"/>
                </a:solidFill>
              </a:rPr>
              <a:t> takes precedence over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validator</a:t>
            </a:r>
            <a:r>
              <a:rPr sz="1800">
                <a:solidFill>
                  <a:srgbClr val="1E1E1E"/>
                </a:solidFill>
              </a:rPr>
              <a:t> result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CKCheckbox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CKCheckbox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Styled checkbox with optional label and semantic variant coloring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Supports tri-state (checked / unchecked / indeterminate)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CKCheckbox()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 = checked, false = unchecked, null = indeterminate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ValueChanged&lt;bool?&gt;?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Tap handler; null = disabled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text label beside the checkbox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SwitchVariant?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or error for colored fill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CKCheckbox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CKCheckbox(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value: _agreed,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'I agree to the terms',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_agreed = v ?? false),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Indeterminate state (</a:t>
            </a:r>
            <a:r>
              <a:rPr b="0" sz="1800">
                <a:solidFill>
                  <a:srgbClr val="C0392B"/>
                </a:solidFill>
                <a:latin typeface="Courier New"/>
              </a:rPr>
              <a:t>null</a:t>
            </a:r>
            <a:r>
              <a:rPr sz="1800">
                <a:solidFill>
                  <a:srgbClr val="1E1E1E"/>
                </a:solidFill>
              </a:rPr>
              <a:t>) renders a minus icon inside the checkbox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variant: SwitchVariant.error</a:t>
            </a:r>
            <a:r>
              <a:rPr sz="1800">
                <a:solidFill>
                  <a:srgbClr val="1E1E1E"/>
                </a:solidFill>
              </a:rPr>
              <a:t> is useful for highlighting a required checkbox that was skipped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CKSwitch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Toggle switch with label support and optional semantic variant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for settings and binary on/off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CKSwitch()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neutral (uses primary color)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CKSwitch.success()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green when enabled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CKSwitch.error()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red when 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3484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 on/off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ValueChanged&lt;bool&gt;?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State change callback; null = disabled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 label beside the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SwitchVariant?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or error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active track color (overrides variant)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92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The variant parameter is currently public for backward compatibility. In the future it may become internal/private—prefer the named constructors (e.g. CKSwitch.success()) instead of passing variant directly.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CKSwitch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CKSwitch(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value: _notificationsEnabled,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'Enable notifications',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_notificationsEnabled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color</a:t>
            </a:r>
            <a:r>
              <a:rPr sz="1800">
                <a:solidFill>
                  <a:srgbClr val="1E1E1E"/>
                </a:solidFill>
              </a:rPr>
              <a:t> takes precedence over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variant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Disabled state via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onChanged: null</a:t>
            </a:r>
            <a:r>
              <a:rPr sz="1800">
                <a:solidFill>
                  <a:srgbClr val="1E1E1E"/>
                </a:solidFill>
              </a:rPr>
              <a:t> animates to reduced opacity automatically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CKRadio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CKRadio&lt;T&gt;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Radio button for selecting a single value within a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Generic type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T</a:t>
            </a:r>
            <a:r>
              <a:rPr sz="1800">
                <a:solidFill>
                  <a:srgbClr val="1E1E1E"/>
                </a:solidFill>
              </a:rPr>
              <a:t> — works with strings, enums, ints,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CKRadio()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constructor, 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CKRadio.success()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Named constructor for success-accent radios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CKRadio.error()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Named constructor for error-accent radios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3484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The value this radio represents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groupValue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Currently selected value in the group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ValueChanged&lt;T?&gt;?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this radio is selected; null =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 label beside the radio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SwitchVariant?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or error coloring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CKRadio&lt;T&gt;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79222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Column(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children: ['Male', 'Female', 'Other'].map((v) =&gt; CKRadio&lt;String&gt;(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value: v,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groupValue: _gender,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label: v,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onChanged: (v) =&gt; setState(() =&gt; _gender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)).toList(),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9242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1246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You must maintain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groupValue</a:t>
            </a:r>
            <a:r>
              <a:rPr sz="1800">
                <a:solidFill>
                  <a:srgbClr val="1E1E1E"/>
                </a:solidFill>
              </a:rPr>
              <a:t> state yourself — there is no internal group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8678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All radios in a group must share the same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groupValue</a:t>
            </a:r>
            <a:r>
              <a:rPr sz="1800">
                <a:solidFill>
                  <a:srgbClr val="1E1E1E"/>
                </a:solidFill>
              </a:rPr>
              <a:t> variable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CKOtpField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CKOtpField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OTP / PIN input rendered as separate digit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Handles focus and input capture internally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CKOtpField()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Number of OTP digits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ValueChanged&lt;String&gt;?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on every keystroke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ValueChanged&lt;String&gt;?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all cells are filled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autoFocus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Auto-focus the field on mount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CKOtpField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CKOtpField(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length: 6,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autoFocus: true,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onCompleted: (code) =&gt; verify(code),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Accepts numeric input only (digits filtered internally)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Uses a single hidden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TextField</a:t>
            </a:r>
            <a:r>
              <a:rPr sz="1800">
                <a:solidFill>
                  <a:srgbClr val="1E1E1E"/>
                </a:solidFill>
              </a:rPr>
              <a:t> underneath — keyboard behavior is 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onCompleted</a:t>
            </a:r>
            <a:r>
              <a:rPr sz="1800">
                <a:solidFill>
                  <a:srgbClr val="1E1E1E"/>
                </a:solidFill>
              </a:rPr>
              <a:t> auto-unfocuses the keyboard after the last digit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CKNumberStepper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CKNumberStepper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Integer input with increment/decrement buttons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Enforces optional min/max bounds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CKNumberStepper()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(11)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834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218049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on value change; null = disabled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Floating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Placeholder 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Helper below the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 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Minimum allowed 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Maximum allowed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Increment/decrement amount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Disabled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049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borderless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 border/background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CKNumberStepper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CKNumberStepper(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value: _quantity,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'Quantity',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min: 1,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max: 99,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_quantity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9125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1129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Clamping is visual only during typing —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onChanged</a:t>
            </a:r>
            <a:r>
              <a:rPr sz="1800">
                <a:solidFill>
                  <a:srgbClr val="1E1E1E"/>
                </a:solidFill>
              </a:rPr>
              <a:t> always fires with the clamped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8561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 brief error flash appears when the user attempts to exceed bounds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CKBadge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CKBadge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Compact label for status indicators, tags, and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15 named constructors covering all semantic and status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21844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CKBadge.warning()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CKBadge.error()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CKBadge.draft()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draft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CKBadge.live()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CKBadge.newBadge()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CKBadge.beta()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CKBadge.pro()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CKBadge.outline()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outline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CKBadge.outlineSuccess()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outline success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CKBadge.outlineError()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outline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CKBadge.online()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online status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CKBadge.away()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away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CKBadge.busy()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busy status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18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CKBadge.offline()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offline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7086600"/>
          <a:ext cx="11457430" cy="-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-9144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91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Display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91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BadgeVariant.primary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91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Numeric suffix (e.g., "5")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914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maxCount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Clamps count display (shows "99+")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The variant parameter is currently public for backward compatibility. In the future it may become internal/private—prefer the named constructors (e.g. CKBadge.success()) instead of passing variant directly.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CKBadge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78638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CKBadge.live(label: 'Live')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CKBadge.beta(label: 'Beta', count: 3)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CKBadge.error(label: 'Failed')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8658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Status variants (online/away/busy/offline) include a colored 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pro</a:t>
            </a:r>
            <a:r>
              <a:rPr sz="1800">
                <a:solidFill>
                  <a:srgbClr val="1E1E1E"/>
                </a:solidFill>
              </a:rPr>
              <a:t> and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beta</a:t>
            </a:r>
            <a:r>
              <a:rPr sz="1800">
                <a:solidFill>
                  <a:srgbClr val="1E1E1E"/>
                </a:solidFill>
              </a:rPr>
              <a:t> use gradient fills — do not override color via theme directly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CKFilterChip / CKInputChip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Components: CKFilterChip, CKInputChip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CKFilterChip</a:t>
            </a:r>
            <a:r>
              <a:rPr sz="1800">
                <a:solidFill>
                  <a:srgbClr val="1E1E1E"/>
                </a:solidFill>
              </a:rPr>
              <a:t> — selectable filter tag (toggle on/off)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CKInputChip</a:t>
            </a:r>
            <a:r>
              <a:rPr sz="1800">
                <a:solidFill>
                  <a:srgbClr val="1E1E1E"/>
                </a:solidFill>
              </a:rPr>
              <a:t> — removable tag (e.g., multi-select pills, tags)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CKFilterChip Parameters (4)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Selected/active state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Tap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ChipState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ChipState.defaultState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defaultState / draft / selected / disabled / error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4348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CKInputChip 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5488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onRemove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X is tapped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ChipState.defaultState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Chip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leading widget (e.g., avatar)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CKFilterChip / CKInputChip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279806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// Filter chip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CKFilterChip(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'Active',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selected: _filters.contains('Active'),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onTap: () =&gt; _toggleFilter('Active'),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// Input chip with avatar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CKInputChip(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'John Doe',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leading: CKAvatar(initials: 'JD', size: AvatarSize.xs),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onRemove: () =&gt; _removeTag('JD'),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CKAvatar / CKAvatarGroup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Components: CKAvatar, CKAvatarGroup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CKAvatar</a:t>
            </a:r>
            <a:r>
              <a:rPr sz="1800">
                <a:solidFill>
                  <a:srgbClr val="1E1E1E"/>
                </a:solidFill>
              </a:rPr>
              <a:t> — user/entity avatar with initials, image, or icon, plus optional presence dot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CKAvatarGroup</a:t>
            </a:r>
            <a:r>
              <a:rPr sz="1800">
                <a:solidFill>
                  <a:srgbClr val="1E1E1E"/>
                </a:solidFill>
              </a:rPr>
              <a:t> — overlapping stack of multiple avatars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CKAvatar Parameters (6)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initials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1–2 characters shown when no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ImageProvider?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Photo/image source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AvatarSize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AvatarSize.md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xs / sm / md / lg / xl / x2l / x3l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AvatarStatus?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online / away / busy / offline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backgroundColor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auto-computed bg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square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Square with rounded corners instead of circle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CKAvatar / CKAvatarGroup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279806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CKAvatar(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initials: 'AB',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size: AvatarSize.lg,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status: AvatarStatus.online,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CKAvatarGroup(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avatars: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CKAvatar(initials: 'AB'),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CKAvatar(initials: 'CD'),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CKAvatar(image: NetworkImage('...')),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9826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1830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Background color when using initials is deterministically chosen from a palette based on the initials — consistent per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92624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Shows a generic user icon when both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initials</a:t>
            </a:r>
            <a:r>
              <a:rPr sz="1800">
                <a:solidFill>
                  <a:srgbClr val="1E1E1E"/>
                </a:solidFill>
              </a:rPr>
              <a:t> and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image</a:t>
            </a:r>
            <a:r>
              <a:rPr sz="1800">
                <a:solidFill>
                  <a:srgbClr val="1E1E1E"/>
                </a:solidFill>
              </a:rPr>
              <a:t> are null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Content card with optional media, description, action slot, and trailing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Supports vertical and horizontal layouts with semantic color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default (neutral)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CKCard.success()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 (green tint)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CKCard.warning()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warning (orange tint)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CKCard.error()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 (red tint)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CKCard.info()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info (blue tint)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7548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(12)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074920"/>
          <a:ext cx="11457430" cy="155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19575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Card heading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subtitle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Secondary heading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Body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media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Image or icon area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Primary action widget (e.g., button)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 widget (e.g., icon, badge)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mediaAlignment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ContentAlignment.center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Media 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trailingAlignment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ContentAlignment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ContentAlignment.center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 placement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elevated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Adds shadow elevation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layout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CardLayout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CardLayout.vertical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vertical or horizontal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CardVariant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CardVariant.defaultCard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Semantic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75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onTap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Makes the card tappable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CKCard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CKCard(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title: 'Monthly Report',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subtitle: 'August 2026',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description: 'Revenue up 12% compared to last month.',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action: CKButton(onPressed: () =&gt; open(), child: const Text('View')),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elevated: true,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Generic surface container applying design-system background, radius, and optional border/shadow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as a building block for custom 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CKContainer()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surface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CKContainer.muted()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surfaceVariant background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CKContainer.outlined()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surface with border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3484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 to wrap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ContainerVariant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ContainerVariant.surface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padding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EdgeInsetsGeometry?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EdgeInsets.all(spacing.md)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Inner padding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elevated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Adds shadow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CKContainer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98755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CKContainer.outlined(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padding: EdgeInsets.all(context.ckSpacing.lg),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child: Column(children: [...]),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CKAccordion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CKAccordion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Expandable/collapsible sections in a bordered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Single or multi-expand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CKAccordion()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List&lt;CKAccordionItem&gt;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 of accordion entries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initiallyExpanded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Index of item expanded on first render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allowMultiple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Allow multiple sections open at 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2120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CKAccordionItem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486400"/>
          <a:ext cx="11457432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Section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Expanded body content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CKAccordion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CKAccordion(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items: const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CKAccordionItem(title: 'What is CKCoreUI?', content: Text('...')),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CKAccordionItem(title: 'How do I install it?', content: Text('...')),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initiallyExpanded: 0,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CKStepper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CKStepper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Visual step progress indicator (e.g., onboarding, multi-step forms)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Vertical and horizontal orientations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CKStepper()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List&lt;CKStep&gt;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Step definitions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orientation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CKStepperOrientation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CKStepperOrientation.vertical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vertical or horizontal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checkColor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checkmark/icon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lineColor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connector line 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532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CKStep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806440"/>
          <a:ext cx="1145743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16459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Step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StepStatus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completed / inProgress / pending / rejected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icon; replaces default circle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per-step circle 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CKStepper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CKStepper(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steps: const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CKStep(title: 'Account', status: StepStatus.completed),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CKStep(title: 'Profile', status: StepStatus.inProgress),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CKStep(title: 'Review', status: StepStatus.pending),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9125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1129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CKStepper</a:t>
            </a:r>
            <a:r>
              <a:rPr sz="1800">
                <a:solidFill>
                  <a:srgbClr val="1E1E1E"/>
                </a:solidFill>
              </a:rPr>
              <a:t> is display-only — it does not manage which step is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8561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Update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status</a:t>
            </a:r>
            <a:r>
              <a:rPr sz="1800">
                <a:solidFill>
                  <a:srgbClr val="1E1E1E"/>
                </a:solidFill>
              </a:rPr>
              <a:t> on each step in your state to reflect progress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Chronological event list with dots, connectors, timestamps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Vertical and horizontal orientations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CKTimeline()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List&lt;CKTimelineEvent&gt;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Timeline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orientation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CKTimelineOrientation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CKTimelineOrientation.vertical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vertical or horizontal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lineColor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connector line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dotColor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dot color (when no dotColor on event)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532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CKTimelineEvent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806440"/>
          <a:ext cx="1145743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1371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Event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timestamp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time/date 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icon in the dot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dotColor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Per-event dot color override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StepStatus?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Drives dot/connector coloring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CKTimeline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CKTimeline(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events: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CKTimelineEvent(title: 'Order placed', timestamp: '9:00 AM', status: StepStatus.completed),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CKTimelineEvent(title: 'Processing', timestamp: '9:15 AM', status: StepStatus.inProgress),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CKTimelineEvent(title: 'Shipped', status: StepStatus.pending),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Inline message banner with semantic color and icon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for non-dismissible form-level feedback or informational callouts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CKAlert()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info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CKAlert.success()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CKAlert.warning()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CKAlert.error()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4348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5488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Alert body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Bold heading above the 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AlertVariant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AlertVariant.info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onDismiss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an X button if provided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CKAlert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CKAlert.error(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title: 'Login failed',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message: 'Check your credentials and try again.',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onDismiss: () =&gt; setState(() =&gt; _showError = false),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Without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onDismiss</a:t>
            </a:r>
            <a:r>
              <a:rPr sz="1800">
                <a:solidFill>
                  <a:srgbClr val="1E1E1E"/>
                </a:solidFill>
              </a:rPr>
              <a:t>, the alert is not dismissible — it renders inline persistently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CKToast</a:t>
            </a:r>
            <a:r>
              <a:rPr sz="1800">
                <a:solidFill>
                  <a:srgbClr val="1E1E1E"/>
                </a:solidFill>
              </a:rPr>
              <a:t> /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CKSnackbar</a:t>
            </a:r>
            <a:r>
              <a:rPr sz="1800">
                <a:solidFill>
                  <a:srgbClr val="1E1E1E"/>
                </a:solidFill>
              </a:rPr>
              <a:t> for ephemeral notifications instead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CKToast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CKToast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Notification pill meant to be shown inside a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SnackBar</a:t>
            </a:r>
            <a:r>
              <a:rPr sz="1800">
                <a:solidFill>
                  <a:srgbClr val="1E1E1E"/>
                </a:solidFill>
              </a:rPr>
              <a:t> or overlay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CKSnackbar.show()</a:t>
            </a:r>
            <a:r>
              <a:rPr sz="1800">
                <a:solidFill>
                  <a:srgbClr val="1E1E1E"/>
                </a:solidFill>
              </a:rPr>
              <a:t> for the most common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CKToast()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default (neutral)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CKToast.success()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CKToast.error()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CKToast.warning()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warning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CKToast.info()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7548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07492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Notification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ToastVariant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ToastVariant.defaultToast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onDismiss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X button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CKSnackbar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CKSnackbar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Imperative helper to show a styled snackbar using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ScaffoldMessenger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Wraps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CKToast</a:t>
            </a:r>
            <a:r>
              <a:rPr sz="1800">
                <a:solidFill>
                  <a:srgbClr val="1E1E1E"/>
                </a:solidFill>
              </a:rPr>
              <a:t> in a floating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SnackBar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CKSnackbar</a:t>
            </a:r>
            <a:r>
              <a:rPr sz="1800">
                <a:solidFill>
                  <a:srgbClr val="1E1E1E"/>
                </a:solidFill>
              </a:rPr>
              <a:t> is an abstract class — use the static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show</a:t>
            </a:r>
            <a:r>
              <a:rPr sz="1800">
                <a:solidFill>
                  <a:srgbClr val="1E1E1E"/>
                </a:solidFill>
              </a:rPr>
              <a:t> method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CKSnackbar.show() Parameters (5)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29184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BuildContext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For ScaffoldMessenger.of(context)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Notification 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ToastVariant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ToastVariant.defaultToast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Duration(seconds: 3)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Auto-dismiss time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onDismiss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X is tapped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CKSnackbar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CKSnackbar.show(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context,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'Changes saved successfully',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variant: ToastVariant.success,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Dismisses any existing snackbar before showing the new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SnackBarBehavior.floating</a:t>
            </a:r>
            <a:r>
              <a:rPr sz="1800">
                <a:solidFill>
                  <a:srgbClr val="1E1E1E"/>
                </a:solidFill>
              </a:rPr>
              <a:t> — no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margin</a:t>
            </a:r>
            <a:r>
              <a:rPr sz="1800">
                <a:solidFill>
                  <a:srgbClr val="1E1E1E"/>
                </a:solidFill>
              </a:rPr>
              <a:t> needed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CKLoader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Animated loading indicator in four styles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423160"/>
          <a:ext cx="1145743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Style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CKLoader()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circular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CKLoader.ring()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CKLoader.bar()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animated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CKLoader.dots()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bouncing dots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1605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48056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LoaderType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LoaderType.circular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Animation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color (defaults to primary)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Bounding box size in logical 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CKLoader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786384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CKLoader()                     // circular, primary color, 40dp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CKLoader.dots(size: 24)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CKLoader(color: Colors.white)  // white spinner on dark backgrounds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CKProgressBar / CKSlider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Components: CKProgressBar, CKSlider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CKProgressBar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Constructors: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03120"/>
          <a:ext cx="1145743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CKProgressBar.success()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CKProgressBar.warning()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CKProgressBar.error()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CKProgressBar.indeterminate()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indeterminate (animated)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605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Parameters (4):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43484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Progress (0.0–1.0); null = empty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Scale denominator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ProgressVariant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ProgressVariant.primary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percentage label beside bar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1722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The variant parameter is currently public for backward compatibility. In the future it may become internal/private—prefer the named constructors (e.g. CKProgressBar.success()) instead of passing variant directly.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CKSlider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Parameters (6):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7040880"/>
          <a:ext cx="11457430" cy="-411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-58783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5878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5878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ValueChanged&lt;double&gt;?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Change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5878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Minimum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5878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100.0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Maximum 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5878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 current value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5878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track/thumb 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CKProgressBar / CKSlider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99339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CKProgressBar(value: 0.65, showValue: true)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CKProgressBar.indeterminate()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CKSlider(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value: _volume,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min: 0,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max: 100,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onChanged: (v) =&gt; setState(() =&gt; _volume = v),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CKLoadingState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CKLoadingState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Centered loading view combining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CKLoader</a:t>
            </a:r>
            <a:r>
              <a:rPr sz="1800">
                <a:solidFill>
                  <a:srgbClr val="1E1E1E"/>
                </a:solidFill>
              </a:rPr>
              <a:t> with an optional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as a full-screen or section loading placeholder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CKLoadingState()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loading message below the spinner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loaderSize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Loader size override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LoaderType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LoaderType.circular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Animation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2120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The variant parameter is currently public for backward compatibility. In the future it may become internal/private—prefer named constructors (e.g. CKLoadingState.dots()) when available instead of passing variant directly.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06440"/>
            <a:ext cx="11457432" cy="82296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CKLoadingState(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message: 'Fetching data...',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variant: LoaderType.dots,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CKAppBar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CKAppBar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Implements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PreferredSizeWidget</a:t>
            </a:r>
            <a:r>
              <a:rPr sz="1800">
                <a:solidFill>
                  <a:srgbClr val="1E1E1E"/>
                </a:solidFill>
              </a:rPr>
              <a:t> — drop-in for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Scaffold.appBar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Four style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Style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CKAppBar()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primary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CKAppBar.surface()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surface 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CKAppBar.dark()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inverse surface (dark)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CKAppBar.transparent()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 background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4348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5488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Center title 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Leading widget (back/menu button)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trailing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List&lt;Widget&gt;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[]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Action widgets on the 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AppBarStyle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AppBarStyle.primary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largeTitle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Taller bar with larger title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CKAppBar uses the style API (AppBarStyle.primary, surface, dark, transparent) rather than a variant parameter.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CKAppBar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99339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Scaffold(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appBar: CKAppBar(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title: const Text('Dashboard'),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trailing: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CKIconButton(icon: LucideIcons.bell, onPressed: () {}),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body: ...,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Full tab navigation including tab bar and tab body switching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Three visual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Style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CKTabs()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line (underline indicator)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CKTabs.pill()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pill / capsule 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CKTabs.card()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card-elevated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(5)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3484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List&lt;CKTab&gt;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 definitions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TabVariant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TabVariant.line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Visual 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scrollable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Horizontal scrolling for many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initialIndex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 index active on first render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onTabChanged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Callback when tab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92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CKTab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6766560"/>
          <a:ext cx="11457432" cy="-13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-2743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2743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 header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2743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 body widget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2743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icon in tab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2743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Notification count bubble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Migration Note: The variant parameter is currently public for backward compatibility. In the future it may become internal/private—prefer the named constructors (e.g. CKTabs.pill()) instead of passing variant directly.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CKTabs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389888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CKTabs(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tabs: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CKTab(label: 'Overview', content: OverviewPage()),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CKTab(label: 'Users', badge: 3, content: UsersPage()),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9008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CKTabs</a:t>
            </a:r>
            <a:r>
              <a:rPr sz="1800">
                <a:solidFill>
                  <a:srgbClr val="1E1E1E"/>
                </a:solidFill>
              </a:rPr>
              <a:t> manages its own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TabController</a:t>
            </a:r>
            <a:r>
              <a:rPr sz="1800">
                <a:solidFill>
                  <a:srgbClr val="1E1E1E"/>
                </a:solidFill>
              </a:rPr>
              <a:t> — no external controller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844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For externally controlled tabs, use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initialIndex</a:t>
            </a:r>
            <a:r>
              <a:rPr sz="1800">
                <a:solidFill>
                  <a:srgbClr val="1E1E1E"/>
                </a:solidFill>
              </a:rPr>
              <a:t> +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onTabChanged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CKBottomNavigation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CKBottomNavigation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Bottom tab bar for mobile navigation with 3–5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Supports an optional FAB slot centered above the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CKBottomNavigation()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Active tab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List&lt;CKNavItem&gt;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Navigation 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onDestinationSelected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 change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fab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 elevated above the bar center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532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CKNavItem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806440"/>
          <a:ext cx="1145743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Inactive 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 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activeIcon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Filled variant for active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CKBottomNavigation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99339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CKBottomNavigation(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selectedIndex: _currentTab,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onDestinationSelected: (i) =&gt; setState(() =&gt; _currentTab = i),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items: const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CKNavItem(icon: LucideIcons.home, label: 'Home'),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CKNavItem(icon: LucideIcons.users, label: 'Members'),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CKNavItem(icon: LucideIcons.settings, label: 'Settings'),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CKDrawer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CKDrawer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Side drawer with brand header, user info, and navigation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Designed for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Scaffold.drawer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CKDrawer()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(7)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appName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App name shown in the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List&lt;CKDrawerItem&gt;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Navigation 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Active item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onItemSelected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Selection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userEmail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User email in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logo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logo; defaults to brand logo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1722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CKDrawerItem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6446520"/>
          <a:ext cx="11457432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609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 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 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CKDrawer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2395728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Scaffold(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drawer: CKDrawer(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appName: 'CastleKeep',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selectedIndex: _drawerIndex,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onItemSelected: (i) { setState(() =&gt; _drawerIndex = i); Navigator.pop(context); 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items: const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CKDrawerItem(icon: LucideIcons.layoutDashboard, label: 'Dashboard'),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CKDrawerItem(icon: LucideIcons.users, label: 'Users'),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CKSideNav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CKSideNav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Collapsible side navigation for desktop/tablet app shells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Supports sections, badges, profile card, and brand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CKSideNav()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(14)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283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66743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List&lt;CKSideNavSection&gt;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Navigation section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selectedIndex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Active item index (global across all sections). Deprecated in favor of selectedKey/onItemSelectedKey.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onItemSelected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Selection callback (index-based). Deprecated; use onItemSelectedKey for key-based callbacks.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selectedKey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Object?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Preferred: active item key when items provide itemKey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onItemSelectedKey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ValueChanged&lt;Object?&gt;?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Preferred: selection callback with item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collapsed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Collapsed (icon-only) mode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onToggleCollapse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Toggle collapse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logo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logo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brandName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Brand/app name shown below 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Version string at the bottom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SideNavStyle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SideNavStyle.surface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surface or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profileName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User name in profile card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User role/position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profileAvatar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Avatar widget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profileAuthProvider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Auth provider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onLogout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Logout button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CKSideNavSection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7040880"/>
          <a:ext cx="11457432" cy="-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-1371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List&lt;CKSideNavItem&gt;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 in this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1371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section heading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CKSideNavItem model: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7040880"/>
          <a:ext cx="11457432" cy="-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-82296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822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 icon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822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 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822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Notification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822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itemKey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Object?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opaque key used for selectedKey selection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CKSideNav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00507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CKSideNav(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selectedIndex: _navIndex, // deprecated: prefer selectedKey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selectedKey: 'users',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onItemSelectedKey: (k) =&gt; setState(() =&gt; _navIndex = /* map key to index */ 1),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onItemSelected: (i) =&gt; setState(() =&gt; _navIndex = i),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brandName: 'CastleKeep Admin',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profileName: 'John Doe',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profilePosition: 'Administrator',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onLogout: () =&gt; signOut(),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sections: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CKSideNavSection(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label: 'Main',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items: const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CKSideNavItem(icon: LucideIcons.layoutDashboard, label: 'Dashboard', itemKey: 'dashboard'),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CKSideNavItem(icon: LucideIcons.users, label: 'Users', badge: 3, itemKey: 'users'),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527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2531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selectedIndex</a:t>
            </a:r>
            <a:r>
              <a:rPr sz="1800">
                <a:solidFill>
                  <a:srgbClr val="1E1E1E"/>
                </a:solidFill>
              </a:rPr>
              <a:t> is global across all sections — index 0 is the first item of the first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collapsed: true</a:t>
            </a:r>
            <a:r>
              <a:rPr sz="1800">
                <a:solidFill>
                  <a:srgbClr val="1E1E1E"/>
                </a:solidFill>
              </a:rPr>
              <a:t> renders icon-only mode; labels and section headings are hidden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CKDialog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CKDialog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Modal dialog with confirm/cancel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Has a static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show</a:t>
            </a:r>
            <a:r>
              <a:rPr sz="1800">
                <a:solidFill>
                  <a:srgbClr val="1E1E1E"/>
                </a:solidFill>
              </a:rPr>
              <a:t> helper for imperative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CKDialog()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Generic confirm dialog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CKDialog.destructive()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Irreversible action confirmation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CKDialog.info()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Read-only info dialog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(9)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434840"/>
          <a:ext cx="1145743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Dialog body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Dialog heading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confirmLabel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'Confirm'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Primary button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cancelLabel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'Cancel'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Secondary button 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onConfirm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Confirm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onCancel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Cancel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X button in top-right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maxWidth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 dialog width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 dialog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confirmWidget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confirm button override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cancelWidget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cancel button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CKDialog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320040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// Imperative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await CKDialog.show(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context: context,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title: 'Save Changes',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content: const Text('Do you want to save before leaving?'),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onConfirm: () =&gt; save(),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// Destructive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CKDialog.destructive(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title: 'Delete Account',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content: const Text('This cannot be undone.'),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confirmLabel: 'Yes, Delete Permanently',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onConfirm: () =&gt; deleteAccount(),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CKDialog.destructive</a:t>
            </a:r>
            <a:r>
              <a:rPr sz="1800">
                <a:solidFill>
                  <a:srgbClr val="1E1E1E"/>
                </a:solidFill>
              </a:rPr>
              <a:t> automatically styles the confirm button as destructive (red)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CKDialog.info</a:t>
            </a:r>
            <a:r>
              <a:rPr sz="1800">
                <a:solidFill>
                  <a:srgbClr val="1E1E1E"/>
                </a:solidFill>
              </a:rPr>
              <a:t> has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showClose: true</a:t>
            </a:r>
            <a:r>
              <a:rPr sz="1800">
                <a:solidFill>
                  <a:srgbClr val="1E1E1E"/>
                </a:solidFill>
              </a:rPr>
              <a:t> by default and omits the cancel button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CKBottomSheet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CKBottomSheet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Draggable modal bottom sheet with a drag handle, optional title, and custom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CKBottomSheet.show()</a:t>
            </a:r>
            <a:r>
              <a:rPr sz="1800">
                <a:solidFill>
                  <a:srgbClr val="1E1E1E"/>
                </a:solidFill>
              </a:rPr>
              <a:t> for the common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CKBottomSheet()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CKBottomSheet.show()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Static imperative helper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794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Widget Parameters (3)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11480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children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List&lt;Widget&gt;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Sheet body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Sheet heading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close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532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show() Parameters (5)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852160"/>
          <a:ext cx="1145743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2954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295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BuildContext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Build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5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children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List&lt;Widget&gt;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Sheet body content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95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Sheet heading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5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onClose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Close callback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2954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isDismissible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Allow tap-outside dismiss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CKBottomSheet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18872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await CKBottomSheet.show(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context: context,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title: 'Select Status',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children: statuses.map((s) =&gt; ListTile(title: Text(s))).toList(),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Contextual dropdown menu anchored to a trigger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Displays a list of labeled actions with optional 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69748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CKMenu()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74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(2)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1145743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 that opens the menu on 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List&lt;CKMenuItem&gt;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Menu action 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8920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CKMenuItem model: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166360"/>
          <a:ext cx="1145743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Action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IconData?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Optional leading icon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Action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destructive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 (false)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Renders label and icon in error color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CKMenu —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159105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CKMenu(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trigger: CKIconButton(icon: LucideIcons.moreVertical, onPressed: null),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items: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const CKMenuItem(icon: LucideIcons.pencil, label: 'Edit', onTap: edit),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const CKMenuItem(icon: LucideIcons.trash, label: 'Delete', destructive: true, onTap: delete),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9125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1129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trigger</a:t>
            </a:r>
            <a:r>
              <a:rPr sz="1800">
                <a:solidFill>
                  <a:srgbClr val="1E1E1E"/>
                </a:solidFill>
              </a:rPr>
              <a:t> widget receives an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onTap</a:t>
            </a:r>
            <a:r>
              <a:rPr sz="1800">
                <a:solidFill>
                  <a:srgbClr val="1E1E1E"/>
                </a:solidFill>
              </a:rPr>
              <a:t> callback injected by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CKMenu</a:t>
            </a:r>
            <a:r>
              <a:rPr sz="1800">
                <a:solidFill>
                  <a:srgbClr val="1E1E1E"/>
                </a:solidFill>
              </a:rPr>
              <a:t> — do not set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onPressed</a:t>
            </a:r>
            <a:r>
              <a:rPr sz="1800">
                <a:solidFill>
                  <a:srgbClr val="1E1E1E"/>
                </a:solidFill>
              </a:rPr>
              <a:t> on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8561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Menu position (above/below/left/right) is automatically computed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 most complex component in the library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Manages: columns, rows, sorting, search, selection, pagination, editing, loading/error/empty states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Two parts: </a:t>
            </a:r>
            <a:r>
              <a:rPr b="1" sz="1800">
                <a:solidFill>
                  <a:srgbClr val="1E1E1E"/>
                </a:solidFill>
              </a:rPr>
              <a:t>`CKDataTable`</a:t>
            </a:r>
            <a:r>
              <a:rPr sz="1800">
                <a:solidFill>
                  <a:srgbClr val="1E1E1E"/>
                </a:solidFill>
              </a:rPr>
              <a:t> (the widget) + </a:t>
            </a:r>
            <a:r>
              <a:rPr b="1" sz="1800">
                <a:solidFill>
                  <a:srgbClr val="1E1E1E"/>
                </a:solidFill>
              </a:rPr>
              <a:t>`CKTableColumn`</a:t>
            </a:r>
            <a:r>
              <a:rPr sz="1800">
                <a:solidFill>
                  <a:srgbClr val="1E1E1E"/>
                </a:solidFill>
              </a:rPr>
              <a:t> (column definition)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Data is row-oriented: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List&lt;Map&lt;String, dynamic&gt;&gt;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CKTableColumn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CKTableColumn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Defines metadata for a single column: display, type, sizing, sort, and cell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423160"/>
          <a:ext cx="11457432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CKTableColumn()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CKTableColumn.fromStrings()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Migration helper — converts List&lt;String&gt; labels to columns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520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(10)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840480"/>
          <a:ext cx="1145743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23241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Matches the key in each row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Column header display text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CKColumnType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CKColumnType.text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Built-in renderer: text / badge / avatarText / progress / 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width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Fixed pixel width; null = flex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Proportional share when width is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minWidth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Minimum width in compact mode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sortable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sort arrow in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hidden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Hides column from header and all rows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textAlign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TextAlign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TextAlign.start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Cell content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badgeVariantBuilder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BadgeVariant Function(dynamic)?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Required when type == badge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3241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cellBuilder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 Function(dynamic, Map)?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Required when type == custom; also overrides other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Built-in Column Types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7086600"/>
          <a:ext cx="11457432" cy="-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-7620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CKColumnType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Renders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Extra requirement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76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Plain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76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badge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CKBadge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Must provide badgeVariantBuilder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76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avatarText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CKAvatar +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 must be a String (used as initials)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76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progress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CKProgressBar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 must be num (0–100)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762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Your 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Must provide cellBuilder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086600"/>
            <a:ext cx="11457432" cy="-45720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CKTableColumn(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key: 'status',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'Status',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type: CKColumnType.badge,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sortable: true,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badgeVariantBuilder: (v) =&gt; switch (v)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'active'   =&gt; BadgeVariant.success,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'inactive' =&gt; BadgeVariant.error,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_          =&gt; BadgeVariant.defaultFill,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Core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CKDataTable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Full-featured data table with header, body, and footer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Handles all table concerns: display, interaction,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(27 total)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Data (3)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97180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List&lt;CKTableColumn&gt;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Column definitions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List&lt;Map&lt;String, dynamic&gt;&gt;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Row data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rowKey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'id'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Key field used to uniquely identify each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389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Header (5)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663440"/>
          <a:ext cx="11457430" cy="1965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280851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Table heading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subtitle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Table sub-heading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headerActions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List&lt;Widget&gt;?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Widgets in the top-right header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searchQuery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Controlled search value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searchHint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Search field placeholder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onSearchChanged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ValueChanged&lt;String&gt;?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on search input; enables search bar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Sorting (3)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7040880"/>
          <a:ext cx="11457430" cy="-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-10287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-10287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sortColumnKey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Column key currently sorted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-10287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sortAscending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Sort direction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-10287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onSortChanged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 Function(String, bool)?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Sort callback; if null, sorting is internal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Selection, Pagination &amp;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Selection (3)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selectionMode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TableSelectionMode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TableSelectionMode.none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none / single / 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selectedKeys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Set&lt;dynamic&gt;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{}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Currently selected row keys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onSelectionChanged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ValueChanged&lt;Set&lt;dynamic&gt;&gt;?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selection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8803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Pagination (4)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54680"/>
          <a:ext cx="1145743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totalCount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Total record count (for page info display)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currentPage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Currently shown page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pageSize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Rows per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onPageChanged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Page change callback; if null, footer is hidden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920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State (3)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166360"/>
          <a:ext cx="1145743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isLoading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loading overlay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errorMessage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Shows error state with this message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emptyMessage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Message shown when rows is empty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emptyWidget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Custom empty state widget (overrides emptyMessage)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Display &amp;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Display (5)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45743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footerRow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Map&lt;String, dynamic&gt;?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Summary row pinned to table bottom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striped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Alternating row background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headerFooterColor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Color?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Override header/footer background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widthBehavior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TableWidthBehavior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TableWidthBehavior.stretch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stretch fills container; compact uses minWidth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maxHeight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double?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Constrains table height; enables vertical scroll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Interaction (3)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4760"/>
          <a:ext cx="1145743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onRowTap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 Function(Map&lt;String, dynamic&gt;)?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a row is tapped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editableColumns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Set&lt;String&gt;?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Column keys that render inline text editors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onCellChanged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 Function(dynamic rowKey, String colKey, dynamic newValue)?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Called when an editable cell is 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Controlled vs Uncontrolled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Uncontrolled (internal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219456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CKDataTable(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columns: _columns,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`rows` expects a List&lt;Map&lt;String, dynamic&gt;&gt; where each map is a row.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Sample shape: [{'id': '1', 'name': 'Alice', 'status': 'active'}, ...]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This mode is best for small in-memory datasets; the table will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perform filtering, sorting and pagination internally on `_allRows`.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rows: _allRows,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onSearchChanged: null,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onSortChanged: null,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Controlled (external state /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457432" cy="251460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CKDataTable(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columns: _columns,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`rows` should contain only the current page of data returned by your API.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Sample API return: { 'rows': List&lt;Map&lt;String,dynamic&gt;&gt;, 'total': 123 }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Set `_pagedRows` to the returned `rows` and `_total` to `total`.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rows: _pagedRows,         // already filtered/sorted from API (current page)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searchQuery: _query,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onSearchChanged: (q) =&gt; setState(() { _query = q; _refetch(); }),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sortColumnKey: _sortKey,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sortAscending: _sortAsc,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onSortChanged: (key, asc) =&gt; setState(()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_sortKey = key; _sortAsc = asc; _refetch();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}),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totalCount: _total,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currentPage: _page,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pageSize: 10,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onPageChanged: (p) =&gt; setState(() { _page = p; _refetch(); }),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Inline Editing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3602736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CKDataTable(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columns: [...],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Rows: sample shape — each row must include the `rowKey` (default 'id'):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// [{'id': 1, 'name': 'Alice', 'email': 'a@x.com'}, ...]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rows: _rows,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editableColumns: {'name', 'email'},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onCellChanged: (rowKey, colKey, newValue)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// Update local cache optimistically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setState(()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final row = _rows.firstWhere((r) =&gt; r['id'] == rowKey);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row[colKey] = newValue;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});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// Persist change to API as needed, e.g.: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// await api.updateRow(rowKey, {colKey: newValue});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// Optionally re-fetch or merge server response to keep state authoritative.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8289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Editable cells render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CKTextField</a:t>
            </a:r>
            <a:r>
              <a:rPr sz="1800">
                <a:solidFill>
                  <a:srgbClr val="1E1E1E"/>
                </a:solidFill>
              </a:rPr>
              <a:t> with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borderless: true</a:t>
            </a:r>
            <a:r>
              <a:rPr sz="1800">
                <a:solidFill>
                  <a:srgbClr val="1E1E1E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5721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onCellChanged</a:t>
            </a:r>
            <a:r>
              <a:rPr sz="1800">
                <a:solidFill>
                  <a:srgbClr val="1E1E1E"/>
                </a:solidFill>
              </a:rPr>
              <a:t> fires on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focusOut</a:t>
            </a:r>
            <a:r>
              <a:rPr sz="1800">
                <a:solidFill>
                  <a:srgbClr val="1E1E1E"/>
                </a:solidFill>
              </a:rPr>
              <a:t> / editing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31536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Only columns listed in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editableColumns</a:t>
            </a:r>
            <a:r>
              <a:rPr sz="1800">
                <a:solidFill>
                  <a:srgbClr val="1E1E1E"/>
                </a:solidFill>
              </a:rPr>
              <a:t> become editable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Badge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320040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CKTableColumn(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key: 'status',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'Status',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type: CKColumnType.badge,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sortable: true,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badgeVariantBuilder: (value)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return switch (value.toString().toLowerCase())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'active'   =&gt; BadgeVariant.success,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'inactive' =&gt; BadgeVariant.defaultFill,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'banned'   =&gt; BadgeVariant.error,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'pending'  =&gt; BadgeVariant.warning,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_          =&gt; BadgeVariant.outline,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};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Automatically adds </a:t>
            </a:r>
            <a:r>
              <a:rPr b="1" sz="1800">
                <a:solidFill>
                  <a:srgbClr val="1E1E1E"/>
                </a:solidFill>
              </a:rPr>
              <a:t>badge filter chips</a:t>
            </a:r>
            <a:r>
              <a:rPr sz="1800">
                <a:solidFill>
                  <a:srgbClr val="1E1E1E"/>
                </a:solidFill>
              </a:rPr>
              <a:t> above the table for that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Users can filter by clicking the badge chip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Custom Cell Rendering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206240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CKTableColumn(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key: 'actions',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label: '',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type: CKColumnType.custom,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width: 100,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cellBuilder: (value, row) {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return Row(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children: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CKIconButton(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  icon: LucideIcons.pencil,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  onPressed: () =&gt; edit(row['id']),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CKIconButton(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  icon: LucideIcons.trash,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  onPressed: () =&gt; delete(row['id']),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);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},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CKDataTable —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2999232"/>
          </a:xfrm>
          <a:prstGeom prst="rect">
            <a:avLst/>
          </a:prstGeom>
          <a:solidFill>
            <a:srgbClr val="F3F4F6"/>
          </a:solidFill>
          <a:ln>
            <a:solidFill>
              <a:srgbClr val="CCCCCC"/>
            </a:solidFill>
          </a:ln>
        </p:spPr>
        <p:txBody>
          <a:bodyPr wrap="none">
            <a:spAutoFit/>
          </a:bodyPr>
          <a:lstStyle/>
          <a:p>
            <a:r>
              <a:rPr sz="1000">
                <a:solidFill>
                  <a:srgbClr val="1E1E1E"/>
                </a:solidFill>
                <a:latin typeface="Courier New"/>
              </a:rPr>
              <a:t>CKDataTable(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columns: _columns,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rows: _rows,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selectionMode: TableSelectionMode.multiple,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selectedKeys: _selectedIds,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onSelectionChanged: (keys) =&gt; setState(() =&gt; _selectedIds = keys),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headerActions: [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if (_selectedIds.isNotEmpty)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CKButton.destructive(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onPressed: () =&gt; bulkDelete(_selectedIds),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  child: Text('Delete ${_selectedIds.length}'),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    ),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  ],</a:t>
            </a:r>
          </a:p>
          <a:p>
            <a:r>
              <a:rPr sz="1000">
                <a:solidFill>
                  <a:srgbClr val="1E1E1E"/>
                </a:solidFill>
                <a:latin typeface="Courier New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7939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single</a:t>
            </a:r>
            <a:r>
              <a:rPr sz="1800">
                <a:solidFill>
                  <a:srgbClr val="1E1E1E"/>
                </a:solidFill>
              </a:rPr>
              <a:t>: only one row selected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5371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multiple</a:t>
            </a:r>
            <a:r>
              <a:rPr sz="1800">
                <a:solidFill>
                  <a:srgbClr val="1E1E1E"/>
                </a:solidFill>
              </a:rPr>
              <a:t>: checkboxes appear; supports "select all"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80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selectedKeys</a:t>
            </a:r>
            <a:r>
              <a:rPr sz="1800">
                <a:solidFill>
                  <a:srgbClr val="1E1E1E"/>
                </a:solidFill>
              </a:rPr>
              <a:t> is a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Set&lt;dynamic&gt;</a:t>
            </a:r>
            <a:r>
              <a:rPr sz="1800">
                <a:solidFill>
                  <a:srgbClr val="1E1E1E"/>
                </a:solidFill>
              </a:rPr>
              <a:t> matching values of the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rowKey</a:t>
            </a:r>
            <a:r>
              <a:rPr sz="1800">
                <a:solidFill>
                  <a:srgbClr val="1E1E1E"/>
                </a:solidFill>
              </a:rPr>
              <a:t> field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CKScreenLayout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Component: CKScreenLayout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Responsive layout template combining side navigation with main content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Adapts between desktop (persistent side nav) and mobile (overlay drawer) layouts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Handles profile section, collapse toggle, and branding in the nav 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Constructors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971800"/>
          <a:ext cx="11457432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Constructor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CKScreenLayout()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Single constructor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7490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Parameters (14)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069080"/>
          <a:ext cx="1145743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6"/>
              </a:tblGrid>
              <a:tr h="16002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93773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Main content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sections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List&lt;CKSideNavSection&gt;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Navigation sections and items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selectedIndex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Currently selected nav item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onItemSelected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ValueChanged&lt;int&gt;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Callback when nav item is tapped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Logo widget for nav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brandName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Brand name in nav header and mobile top bar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Version string in nav footer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sideNavStyle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SideNavStyle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SideNavStyle.surface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surface or brand styling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allowSideNavCollapse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Show collapse toggle on desktop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bodyScrollable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Wrap body in SingleChildScrollView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User name in profile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profilePosition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Job title or role in profile section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profileAvatar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Widget?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Avatar widget (icon or 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profileAuthProvider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String?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Auth provider label (e.g., "Google")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onLogout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VoidCallback?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E1E1E"/>
                          </a:solidFill>
                        </a:rPr>
                        <a:t>Callback when logout button is tapped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76656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Responsive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086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1" sz="1800">
                <a:solidFill>
                  <a:srgbClr val="1E1E1E"/>
                </a:solidFill>
              </a:rPr>
              <a:t>Desktop (width ≥ 840px):</a:t>
            </a:r>
            <a:r>
              <a:rPr sz="1800">
                <a:solidFill>
                  <a:srgbClr val="1E1E1E"/>
                </a:solidFill>
              </a:rPr>
              <a:t> Side nav is persistent on the left; body expands to fill remaining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360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1" sz="1800">
                <a:solidFill>
                  <a:srgbClr val="1E1E1E"/>
                </a:solidFill>
              </a:rPr>
              <a:t>Mobile/Tablet (width &lt; 840px):</a:t>
            </a:r>
            <a:r>
              <a:rPr sz="1800">
                <a:solidFill>
                  <a:srgbClr val="1E1E1E"/>
                </a:solidFill>
              </a:rPr>
              <a:t> Side nav is hidden; hamburger menu appears in top bar; nav opens as fullscreen drawer on tap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635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b="1" sz="2000">
                <a:solidFill>
                  <a:srgbClr val="193773"/>
                </a:solidFill>
              </a:rPr>
              <a:t>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795528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bodyScrollable: false</a:t>
            </a:r>
            <a:r>
              <a:rPr sz="1800">
                <a:solidFill>
                  <a:srgbClr val="1E1E1E"/>
                </a:solidFill>
              </a:rPr>
              <a:t> is useful for custom scroll management or full-viewport layouts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82296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 profile section appears at the bottom of the nav;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onLogout</a:t>
            </a:r>
            <a:r>
              <a:rPr sz="1800">
                <a:solidFill>
                  <a:srgbClr val="1E1E1E"/>
                </a:solidFill>
              </a:rPr>
              <a:t> is only called if the widget is 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850392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sideNavStyle: SideNavStyle.brand</a:t>
            </a:r>
            <a:r>
              <a:rPr sz="1800">
                <a:solidFill>
                  <a:srgbClr val="1E1E1E"/>
                </a:solidFill>
              </a:rPr>
              <a:t> uses the primary brand color;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surface</a:t>
            </a:r>
            <a:r>
              <a:rPr sz="1800">
                <a:solidFill>
                  <a:srgbClr val="1E1E1E"/>
                </a:solidFill>
              </a:rPr>
              <a:t> uses neutral background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87782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The layout automatically closes the drawer when a nav item is tapped on mobile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Always wrap the app in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CKApp</a:t>
            </a:r>
            <a:r>
              <a:rPr sz="1800">
                <a:solidFill>
                  <a:srgbClr val="1E1E1E"/>
                </a:solidFill>
              </a:rPr>
              <a:t> — never construct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CkcoreuiThemeData</a:t>
            </a:r>
            <a:r>
              <a:rPr sz="1800">
                <a:solidFill>
                  <a:srgbClr val="1E1E1E"/>
                </a:solidFill>
              </a:rPr>
              <a:t> manually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token accessors (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context.ckColors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context.ckSpacing</a:t>
            </a:r>
            <a:r>
              <a:rPr sz="1800">
                <a:solidFill>
                  <a:srgbClr val="1E1E1E"/>
                </a:solidFill>
              </a:rPr>
              <a:t>) — no hardcoded colors or sizes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named constructors for semantic clarity: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CKButton.destructive()</a:t>
            </a:r>
            <a:r>
              <a:rPr sz="1800">
                <a:solidFill>
                  <a:srgbClr val="1E1E1E"/>
                </a:solidFill>
              </a:rPr>
              <a:t> over passing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variant: ButtonVariant.destructive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Set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onPressed: null</a:t>
            </a:r>
            <a:r>
              <a:rPr sz="1800">
                <a:solidFill>
                  <a:srgbClr val="1E1E1E"/>
                </a:solidFill>
              </a:rPr>
              <a:t> (not just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disabled: true</a:t>
            </a:r>
            <a:r>
              <a:rPr sz="1800">
                <a:solidFill>
                  <a:srgbClr val="1E1E1E"/>
                </a:solidFill>
              </a:rPr>
              <a:t>) when awaiting async operations on buttons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Use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rowKey</a:t>
            </a:r>
            <a:r>
              <a:rPr sz="1800">
                <a:solidFill>
                  <a:srgbClr val="1E1E1E"/>
                </a:solidFill>
              </a:rPr>
              <a:t> explicitly in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CKDataTable</a:t>
            </a:r>
            <a:r>
              <a:rPr sz="1800">
                <a:solidFill>
                  <a:srgbClr val="1E1E1E"/>
                </a:solidFill>
              </a:rPr>
              <a:t> — don't rely on the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'id'</a:t>
            </a:r>
            <a:r>
              <a:rPr sz="1800">
                <a:solidFill>
                  <a:srgbClr val="1E1E1E"/>
                </a:solidFill>
              </a:rPr>
              <a:t> default unless your data has it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Keep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cellBuilder</a:t>
            </a:r>
            <a:r>
              <a:rPr sz="1800">
                <a:solidFill>
                  <a:srgbClr val="1E1E1E"/>
                </a:solidFill>
              </a:rPr>
              <a:t> functions lightweight and stateless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Current Limitations / To Be Added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Stubs (API ready, not rendered):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CKDivider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CKListTile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CKSkeleton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CKEmptyState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CKErrorState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CKBreadcrumb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CKNavigationRail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CKDatePicker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CKTimePicker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CKTooltip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CKPopover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1E1E1E"/>
                </a:solidFill>
              </a:rPr>
              <a:t>Known gaps: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No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CKForm</a:t>
            </a:r>
            <a:r>
              <a:rPr sz="1800">
                <a:solidFill>
                  <a:srgbClr val="1E1E1E"/>
                </a:solidFill>
              </a:rPr>
              <a:t> wrapper with bulk validation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CKDataTable</a:t>
            </a:r>
            <a:r>
              <a:rPr sz="1800">
                <a:solidFill>
                  <a:srgbClr val="1E1E1E"/>
                </a:solidFill>
              </a:rPr>
              <a:t> does not support row drag-to-reorder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CKDataTable</a:t>
            </a:r>
            <a:r>
              <a:rPr sz="1800">
                <a:solidFill>
                  <a:srgbClr val="1E1E1E"/>
                </a:solidFill>
              </a:rPr>
              <a:t> editable cells are text-only (no dropdown/date picker editing)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CKSideNav</a:t>
            </a:r>
            <a:r>
              <a:rPr sz="1800">
                <a:solidFill>
                  <a:srgbClr val="1E1E1E"/>
                </a:solidFill>
              </a:rPr>
              <a:t> uses a global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selectedIndex</a:t>
            </a:r>
            <a:r>
              <a:rPr sz="1800">
                <a:solidFill>
                  <a:srgbClr val="1E1E1E"/>
                </a:solidFill>
              </a:rPr>
              <a:t>, which can be unintuitive for multi-section navigation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/>
            </a:r>
            <a:r>
              <a:rPr b="0" sz="1800">
                <a:solidFill>
                  <a:srgbClr val="C0392B"/>
                </a:solidFill>
                <a:latin typeface="Courier New"/>
              </a:rPr>
              <a:t>CKNumberStepper</a:t>
            </a:r>
            <a:r>
              <a:rPr sz="1800">
                <a:solidFill>
                  <a:srgbClr val="1E1E1E"/>
                </a:solidFill>
              </a:rPr>
              <a:t> fires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onChanged</a:t>
            </a:r>
            <a:r>
              <a:rPr sz="1800">
                <a:solidFill>
                  <a:srgbClr val="1E1E1E"/>
                </a:solidFill>
              </a:rPr>
              <a:t> on every clamped value, which may cause unnecessary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setState</a:t>
            </a:r>
            <a:r>
              <a:rPr sz="1800">
                <a:solidFill>
                  <a:srgbClr val="1E1E1E"/>
                </a:solidFill>
              </a:rPr>
              <a:t> calls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548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93773"/>
                </a:solidFill>
              </a:rP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48872" cy="25400"/>
          </a:xfrm>
          <a:prstGeom prst="rect">
            <a:avLst/>
          </a:prstGeom>
          <a:solidFill>
            <a:srgbClr val="19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5743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Import once: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import 'package:ckcoreui/ckcoreui.dart'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Entry point: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CKApp(brand: ckcoreBrand.castleKeep, ...)</a:t>
            </a:r>
            <a:r>
              <a:rPr sz="1800">
                <a:solidFill>
                  <a:srgbClr val="1E1E1E"/>
                </a:solidFill>
              </a:rPr>
              <a:t/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Tokens everywhere: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context.ckColors</a:t>
            </a:r>
            <a:r>
              <a:rPr sz="1800">
                <a:solidFill>
                  <a:srgbClr val="1E1E1E"/>
                </a:solidFill>
              </a:rPr>
              <a:t>, </a:t>
            </a:r>
            <a:r>
              <a:rPr b="0" sz="1800">
                <a:solidFill>
                  <a:srgbClr val="C0392B"/>
                </a:solidFill>
                <a:latin typeface="Courier New"/>
              </a:rPr>
              <a:t>context.ckSpacing</a:t>
            </a:r>
            <a:r>
              <a:rPr sz="1800">
                <a:solidFill>
                  <a:srgbClr val="1E1E1E"/>
                </a:solidFill>
              </a:rPr>
              <a:t>, etc.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Component catalog on the docs site — live demos for every implemented widget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buChar char="•"/>
            </a:pPr>
            <a:r>
              <a:rPr sz="1800">
                <a:solidFill>
                  <a:srgbClr val="1E1E1E"/>
                </a:solidFill>
              </a:rPr>
              <a:t>Ask before building custom widgets — the component you need may already exist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